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6622-FCC4-9257-F118-53B0BFAD8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454A9-39EF-4152-864F-FB5F97286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D3C4C-3AC1-9392-59B1-4ADEA7B5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ADFF-F800-A482-EADA-A5C27EA1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C0959-276C-0D44-05C8-5805DD8C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C865-9922-7157-28E1-F63D87C8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4E6E-2C80-D3EA-FAFE-FEFBCBDFF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E68C-C488-E368-C1C4-B21D6128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EF02-6267-04AA-9254-6CCA38B6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95B1-06FE-4602-1414-799B3AA8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8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6ADB-84F4-1346-60DF-46FF7EEC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6B217-7E84-26D6-965A-CA2AFDC4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4EEB2-C883-8F0F-5BD5-5D67F463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C8ADD-0A62-E853-EB0D-3549D1D8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53469-FA21-68F3-7309-B5D9FD0E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5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1071-8C71-4D87-6A92-AC96215D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3811-8967-7348-BCBD-9EDA57B7D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B09F7-494E-F653-A5F7-BE33E75F1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45683-F01F-6D76-3191-3A0DA056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0D1A4-98CC-B68B-90E1-91C111F8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7B098-FB4A-7DFB-C39D-338C7D0C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7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D880-77CE-E333-764C-64B18C65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0BF1C-58BB-D19C-5775-2B741AF04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81BD5-4915-627C-8F00-C058D4352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3DA2C-80FE-FDF3-1571-6C31DC1FB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FC1A68-D637-73F1-66F9-19F2C5BC0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8415E1-8D7E-3B65-1CD1-9CA89B54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1AA1D-31D3-4101-5E15-89E103FF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497B0-39A7-99AE-5362-F27D7E52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9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86EB-EF25-6A5A-35C1-C7148F49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A6A4-1B40-0B92-55BE-3A15BA37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689EB-3BB6-3FD8-518E-988187D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BBE54-7E2B-54D2-CCEC-C88B1AB6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5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D3BCD-3A96-B4F7-647A-37C68BB2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E74CC-D469-CF3E-53DE-444F657F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25FA5-DF80-358C-B551-24A7EEB2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E68C-9727-2C1D-7B6A-5AFA145C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350D-781D-E4C3-F4FA-7EBB3E03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FD4C-444A-2373-287E-B26F47B7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7799B-B1DE-1BBF-B8A6-33C4653B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D90B3-7D4F-0E22-E5D6-C283A420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7C771-DE0A-9159-AE51-89535EE1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46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6171-5929-77DA-CEE6-385446D3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3F75A-114B-EB9C-6ECE-11929018E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9C1E7-2F55-6F55-5983-F002B203E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69A90-1ECA-E85F-3955-4F28DDE7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5D6DF-4A3D-A038-5EE9-E5F9AC35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8034F-52B4-AC9B-1FF1-FB8F43E4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D196-FA12-6D55-048E-1E01A358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71A92-CCEE-614A-CA49-318EC8997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54283-446D-DFF7-C8FE-1A7946776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CE219-A74F-F0CB-6738-2F29B16B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D0DB9-8BD0-A535-8669-99F6F10F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A5D41-91F2-8377-36B7-5ACE3FF70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A2F6-BFD5-03B0-96B8-3B0A06942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FF02-B7D4-33F3-3C9D-EB61400F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FDFF-F1E5-7214-7034-CB47AAF6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CC09-7D4A-1FAF-F70F-7BDF679D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11D5C-9275-2506-B7E6-87535473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4AA3F-3632-8D90-C0C0-2152CFD2A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6521-8618-D307-AA66-A09F0809E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FFA67-FDEB-0C4D-8E07-B2CD6C00C799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46DAA-4B24-84CC-A083-25933218E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062C-6875-AF24-F6A9-729788472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77913-1182-2E4E-9FA6-45B4CA4A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9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992-3694-509A-E507-5D98FBEDAE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5A346-C788-7FDA-2A56-1571B2A11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30DEA-FDDB-40F9-63FC-A2F484662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8" b="1644"/>
          <a:stretch>
            <a:fillRect/>
          </a:stretch>
        </p:blipFill>
        <p:spPr>
          <a:xfrm>
            <a:off x="0" y="-116549"/>
            <a:ext cx="12461734" cy="69745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49DC24C-74D2-7441-0BBC-88BEA83EBEA1}"/>
              </a:ext>
            </a:extLst>
          </p:cNvPr>
          <p:cNvSpPr/>
          <p:nvPr/>
        </p:nvSpPr>
        <p:spPr>
          <a:xfrm>
            <a:off x="8771335" y="6116837"/>
            <a:ext cx="2140744" cy="282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6AF866-568C-F6A8-9396-1D424A142FCF}"/>
              </a:ext>
            </a:extLst>
          </p:cNvPr>
          <p:cNvCxnSpPr>
            <a:cxnSpLocks/>
          </p:cNvCxnSpPr>
          <p:nvPr/>
        </p:nvCxnSpPr>
        <p:spPr>
          <a:xfrm flipV="1">
            <a:off x="7706320" y="6286501"/>
            <a:ext cx="3893344" cy="500062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9E987A-2B66-EE1F-9471-5A868D5849E9}"/>
              </a:ext>
            </a:extLst>
          </p:cNvPr>
          <p:cNvSpPr txBox="1"/>
          <p:nvPr/>
        </p:nvSpPr>
        <p:spPr>
          <a:xfrm>
            <a:off x="9200257" y="605718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 err="1">
                <a:solidFill>
                  <a:schemeClr val="bg1"/>
                </a:solidFill>
              </a:rPr>
              <a:t>AgriLink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8F532B-161F-F14A-F56E-65B9F3963BA7}"/>
              </a:ext>
            </a:extLst>
          </p:cNvPr>
          <p:cNvSpPr/>
          <p:nvPr/>
        </p:nvSpPr>
        <p:spPr>
          <a:xfrm>
            <a:off x="282179" y="3575844"/>
            <a:ext cx="4298751" cy="2887682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C7785-2CAB-0F5B-CADA-1C45787002BA}"/>
              </a:ext>
            </a:extLst>
          </p:cNvPr>
          <p:cNvSpPr txBox="1"/>
          <p:nvPr/>
        </p:nvSpPr>
        <p:spPr>
          <a:xfrm flipH="1">
            <a:off x="484882" y="3627398"/>
            <a:ext cx="38933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 err="1">
                <a:solidFill>
                  <a:schemeClr val="bg1"/>
                </a:solidFill>
              </a:rPr>
              <a:t>Khaza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Mezbah</a:t>
            </a:r>
            <a:r>
              <a:rPr lang="en-GB" dirty="0">
                <a:solidFill>
                  <a:schemeClr val="bg1"/>
                </a:solidFill>
              </a:rPr>
              <a:t> Uddin</a:t>
            </a:r>
          </a:p>
          <a:p>
            <a:pPr algn="l"/>
            <a:r>
              <a:rPr lang="en-GB" dirty="0">
                <a:solidFill>
                  <a:schemeClr val="bg1"/>
                </a:solidFill>
              </a:rPr>
              <a:t>Id:22303321</a:t>
            </a:r>
          </a:p>
          <a:p>
            <a:pPr algn="l"/>
            <a:r>
              <a:rPr lang="en-GB" dirty="0">
                <a:solidFill>
                  <a:schemeClr val="bg1"/>
                </a:solidFill>
              </a:rPr>
              <a:t>Md. </a:t>
            </a:r>
            <a:r>
              <a:rPr lang="en-GB" dirty="0" err="1">
                <a:solidFill>
                  <a:schemeClr val="bg1"/>
                </a:solidFill>
              </a:rPr>
              <a:t>Naimul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Haque</a:t>
            </a:r>
            <a:r>
              <a:rPr lang="en-GB" dirty="0">
                <a:solidFill>
                  <a:schemeClr val="bg1"/>
                </a:solidFill>
              </a:rPr>
              <a:t> Sarkar </a:t>
            </a:r>
            <a:r>
              <a:rPr lang="en-GB" dirty="0" err="1">
                <a:solidFill>
                  <a:schemeClr val="bg1"/>
                </a:solidFill>
              </a:rPr>
              <a:t>Galib</a:t>
            </a:r>
            <a:endParaRPr lang="en-GB" dirty="0">
              <a:solidFill>
                <a:schemeClr val="bg1"/>
              </a:solidFill>
            </a:endParaRPr>
          </a:p>
          <a:p>
            <a:pPr algn="l"/>
            <a:r>
              <a:rPr lang="en-GB" dirty="0">
                <a:solidFill>
                  <a:schemeClr val="bg1"/>
                </a:solidFill>
              </a:rPr>
              <a:t>Id:22303316</a:t>
            </a:r>
          </a:p>
          <a:p>
            <a:pPr algn="l"/>
            <a:r>
              <a:rPr lang="en-GB" dirty="0" err="1">
                <a:solidFill>
                  <a:schemeClr val="bg1"/>
                </a:solidFill>
              </a:rPr>
              <a:t>Jannatul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Mehzamin</a:t>
            </a:r>
            <a:endParaRPr lang="en-GB" dirty="0">
              <a:solidFill>
                <a:schemeClr val="bg1"/>
              </a:solidFill>
            </a:endParaRPr>
          </a:p>
          <a:p>
            <a:pPr algn="l"/>
            <a:r>
              <a:rPr lang="en-GB" dirty="0">
                <a:solidFill>
                  <a:schemeClr val="bg1"/>
                </a:solidFill>
              </a:rPr>
              <a:t>Id:22103008</a:t>
            </a:r>
          </a:p>
          <a:p>
            <a:pPr algn="l"/>
            <a:r>
              <a:rPr lang="en-GB" dirty="0" err="1">
                <a:solidFill>
                  <a:schemeClr val="bg1"/>
                </a:solidFill>
              </a:rPr>
              <a:t>Jannatul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Ferdous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Shorna</a:t>
            </a:r>
            <a:endParaRPr lang="en-GB" dirty="0">
              <a:solidFill>
                <a:schemeClr val="bg1"/>
              </a:solidFill>
            </a:endParaRPr>
          </a:p>
          <a:p>
            <a:pPr algn="l"/>
            <a:r>
              <a:rPr lang="en-GB" dirty="0">
                <a:solidFill>
                  <a:schemeClr val="bg1"/>
                </a:solidFill>
              </a:rPr>
              <a:t>Id:20103008</a:t>
            </a:r>
          </a:p>
          <a:p>
            <a:pPr algn="l"/>
            <a:r>
              <a:rPr lang="en-GB" dirty="0" err="1">
                <a:solidFill>
                  <a:schemeClr val="bg1"/>
                </a:solidFill>
              </a:rPr>
              <a:t>Mst</a:t>
            </a:r>
            <a:r>
              <a:rPr lang="en-GB" dirty="0">
                <a:solidFill>
                  <a:schemeClr val="bg1"/>
                </a:solidFill>
              </a:rPr>
              <a:t>. </a:t>
            </a:r>
            <a:r>
              <a:rPr lang="en-GB" dirty="0" err="1">
                <a:solidFill>
                  <a:schemeClr val="bg1"/>
                </a:solidFill>
              </a:rPr>
              <a:t>Kamrun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Naher</a:t>
            </a:r>
            <a:endParaRPr lang="en-GB" dirty="0">
              <a:solidFill>
                <a:schemeClr val="bg1"/>
              </a:solidFill>
            </a:endParaRPr>
          </a:p>
          <a:p>
            <a:pPr algn="l"/>
            <a:r>
              <a:rPr lang="en-GB" dirty="0">
                <a:solidFill>
                  <a:schemeClr val="bg1"/>
                </a:solidFill>
              </a:rPr>
              <a:t>Id:23103011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28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924566-ABEC-EA5E-5EE7-548C7342F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2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4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3F9C68-8FCC-E28A-C27B-D1275C608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86"/>
          <a:stretch>
            <a:fillRect/>
          </a:stretch>
        </p:blipFill>
        <p:spPr>
          <a:xfrm>
            <a:off x="0" y="0"/>
            <a:ext cx="12163424" cy="662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2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0AF2A-746F-2412-BA77-1D4A35C98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1"/>
          <a:stretch>
            <a:fillRect/>
          </a:stretch>
        </p:blipFill>
        <p:spPr>
          <a:xfrm>
            <a:off x="2201334" y="0"/>
            <a:ext cx="9579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8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08EABF-5F28-E01F-3330-5EE57DA37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8"/>
          <a:stretch>
            <a:fillRect/>
          </a:stretch>
        </p:blipFill>
        <p:spPr>
          <a:xfrm>
            <a:off x="459240" y="284772"/>
            <a:ext cx="11174867" cy="62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7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2FF72B-13AB-6971-4C9A-DFC304A3D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1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CFEBA4-A22A-BA46-5EE2-4CB933B94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1"/>
          <a:stretch>
            <a:fillRect/>
          </a:stretch>
        </p:blipFill>
        <p:spPr>
          <a:xfrm>
            <a:off x="183509" y="0"/>
            <a:ext cx="12002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69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E9D59-1C3E-53D1-F509-7813DD6D8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67" y="178594"/>
            <a:ext cx="11589804" cy="66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4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1514E9-21CC-8D16-898E-7B3686916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707" y="0"/>
            <a:ext cx="12563707" cy="698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6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35FB2F-A4EF-A242-A742-0B40423E1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8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Guest User</dc:creator>
  <cp:lastModifiedBy>Guest User</cp:lastModifiedBy>
  <cp:revision>2</cp:revision>
  <dcterms:created xsi:type="dcterms:W3CDTF">2025-07-08T05:00:03Z</dcterms:created>
  <dcterms:modified xsi:type="dcterms:W3CDTF">2025-07-08T05:33:34Z</dcterms:modified>
</cp:coreProperties>
</file>